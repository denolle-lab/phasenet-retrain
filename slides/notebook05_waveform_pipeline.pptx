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88952" cy="28346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4D8"/>
                </a:solidFill>
              </a:rPr>
              <a:t>🌍  Waveform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</a:rPr>
              <a:t>How we turn raw earthquake recordings into clean data for AI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E0"/>
                </a:solidFill>
              </a:rPr>
              <a:t>Notebook 05 — Benchmark Waveform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PhaseNet Retraining Project  |  Akash Kharita  |  University of Washington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🎯  What Are We Trying To 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Imagine you want to teach a computer to hear earthquakes.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3200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C300"/>
                </a:solidFill>
              </a:rPr>
              <a:t>📦  Step 1
Collect a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We made a big shopping list of earthquake recordings from 12 different databases.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57600" cy="3200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576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54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C300"/>
                </a:solidFill>
              </a:rPr>
              <a:t>🔪  Step 2 (THIS notebook)
Clean &amp; Cut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42316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We open every recording, cut a neat 30-second clip around the earthquake, and check it's not broken.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657600" cy="3200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6576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54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C300"/>
                </a:solidFill>
              </a:rPr>
              <a:t>🤖  Step 3
Teach the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2316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We feed the clean clips to PhaseNet so it can learn to spot earthquakes.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</a:rPr>
              <a:t>➡  This slide deck explains Step 2 in detail.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🌊  What Is a Seismic Waveform?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 seismometer is like a super-sensitive microphone buried in the ground.
When an earthquake shakes the Earth, the seismometer wiggles and records
a wavy line — that's a waveform!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6858000" cy="228600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A0"/>
                </a:solidFill>
              </a:rPr>
              <a:t>Time  ──────────────────────────────────────────▶
  quiet           💥 P-wave    💥💥 S-wave
  ───────────────╱╲╱╲───────────╱╲╱╲╱╲╱╲────────
  (nothing yet)   (first shake)  (bigger shake)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777240"/>
            <a:ext cx="4480560" cy="411480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8229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Key facts: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18872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🔵  P-wave  — arrives first, smaller wiggle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🟠  S-wave  — arrives second, bigger wiggle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We record 3 directions: Up/Down, North/South, East/West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All stored at 100 samples per second (100 Hz)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📚  Where Does the Data Come From?  (12 Datasets)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D6E0"/>
                </a:solidFill>
              </a:rPr>
              <a:t>Think of these like 12 different libraries of earthquake recordings — each from a different part of the world: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852160" cy="7132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17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STEAD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356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9,360 traces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3560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Western USA — the biggest collection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76272"/>
            <a:ext cx="5852160" cy="7132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22199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INSTANCE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4027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9,776 traces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402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Italy — lots of local quakes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80944"/>
            <a:ext cx="5852160" cy="7132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02666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PNW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44951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2,841 traces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44951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Pacific Northwest (Washington, Oregon)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85616"/>
            <a:ext cx="5852160" cy="7132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8313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TXED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496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2,261 traces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4962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Texas — oil-country earthquakes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90288"/>
            <a:ext cx="5852160" cy="7132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63600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MLAAPDE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65429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1,350 traces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65429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Alaska — recorded at 40 Hz (slower tape)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394960"/>
            <a:ext cx="5852160" cy="7132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5440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ETHZ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4589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1,458 traces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4589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Switzerland — Alpine earthquakes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1371600"/>
            <a:ext cx="5852160" cy="7132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417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PISDL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14356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765 traces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143560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Pacific Islands region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176272"/>
            <a:ext cx="5852160" cy="7132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22199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CEED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224027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5,435 traces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2402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California — huge, 65 yearly chunks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59" y="2980944"/>
            <a:ext cx="5852160" cy="7132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02666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VCSEIS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3044951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200 traces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044951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Volcanic &amp; other special events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59" y="3785616"/>
            <a:ext cx="5852160" cy="7132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8313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AQ2009GM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38496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1,346 traces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84962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2009 L'Aquila aftershock sequence, Italy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59" y="4590288"/>
            <a:ext cx="5852160" cy="7132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63600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CWA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465429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200 traces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65429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Central Weather Administration, Taiwan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59" y="5394960"/>
            <a:ext cx="5852160" cy="713232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440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76F"/>
                </a:solidFill>
              </a:rPr>
              <a:t>OBST2024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4589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6D6A0"/>
                </a:solidFill>
              </a:rPr>
              <a:t>400 traces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54589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⛔ Skipped — not downloaded yet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📂  Two Ways We Open the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D6E0"/>
                </a:solidFill>
              </a:rPr>
              <a:t>All data is stored in HDF5 files — like big ZIP folders full of numbers. We have two reading strategies: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94960" cy="49377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9496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</a:rPr>
              <a:t>📁  Method A — Direct Read
(7 datasets)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stead, instancecounts, pnw, txed,
mlaapde, ethz, pisdl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Files look like:
  waveforms.hdf5
    └── data/
        └── bucket7[row 42] → wave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We open the file directly and jump
straight to the row we need.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Very fast! Like knowing exactly
which shelf the book is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5943600" cy="49377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371600"/>
            <a:ext cx="5943600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41732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300"/>
                </a:solidFill>
              </a:rPr>
              <a:t>🗂  Method B — Index Lookup
(4 datasets)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ceed, vcseis, aq2009gm, cwa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Data is split across many shard files
(e.g. CEED has 65 yearly files).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We first build a lookup table:
  trace name → which file it's in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Then open just that file and read.
Like using a library card catalogue.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We use h5py directly — no SeisBench
downloads triggered!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🍳  The Recipe — What Happens to Every Recording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852160" cy="1207008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02920" cy="1207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Open the HDF5 file and read the 3-component waveform (shape: 3 × many samples).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371600"/>
            <a:ext cx="5852160" cy="1207008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371600"/>
            <a:ext cx="502920" cy="1207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6916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Resample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81051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MLAAPDE is recorded at 40 Hz. We speed it up to 100 Hz so all data looks the same.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97480"/>
            <a:ext cx="5852160" cy="1207008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97480"/>
            <a:ext cx="502920" cy="1207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0175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7432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Find P/S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3639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Look up where the P-wave and S-wave arrive in the recording (from the manifest).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2697480"/>
            <a:ext cx="5852160" cy="1207008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2697480"/>
            <a:ext cx="502920" cy="1207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30175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7432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Cut a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3639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Randomly place the P-wave somewhere between sample 300 and 2700 in a 30-second (3000-sample) clip.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23360"/>
            <a:ext cx="5852160" cy="1207008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023360"/>
            <a:ext cx="502920" cy="1207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3434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069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Quality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Reject the clip if it has NaN values, a flat (dead) channel, or too many zeros.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4023360"/>
            <a:ext cx="5852160" cy="1207008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59" y="4023360"/>
            <a:ext cx="502920" cy="1207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79" y="43434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069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Compute SNR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46227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Calculate Signal-to-Noise Ratio: how loud is the quake vs the background rumble?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349240"/>
            <a:ext cx="5852160" cy="1207008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349240"/>
            <a:ext cx="502920" cy="1207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669279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3949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Normalise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8815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Rescale each component to have mean=0 and std=1 — so all waveforms are on the same scale.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59" y="5349240"/>
            <a:ext cx="5852160" cy="1207008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59" y="5349240"/>
            <a:ext cx="502920" cy="1207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79" y="5669279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53949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Save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78815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Write the clean clip + P position + S position + SNR into benchmark_waveforms.hdf5.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⏱  The 30-Second Window — Why &amp; 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320040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Full recording (could be minutes long):
  |───── quiet ────────|💥P|──────|💥💥S|──── quiet ─────|
  0s                            ← somewhere in here
We cut a 30-second window (3000 samples) and place the P-wave
randomly between position 300 and 2700 inside that window: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11155680" cy="1097280"/>
          </a:xfrm>
          <a:prstGeom prst="rect">
            <a:avLst/>
          </a:prstGeom>
          <a:solidFill>
            <a:srgbClr val="02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A0"/>
                </a:solidFill>
              </a:rPr>
              <a:t>|◀────── 30 seconds (3000 samples) ──────────────────────────────▶|
|══════════════|  💥P  |════════════════════════════|💥💥S|═══════|
   0      300    random!    (anywhere in here)              2700   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977639"/>
            <a:ext cx="113385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🎲  The jitter (randomness) is intentional — it teaches the AI that P can arrive at different times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📐  3000 samples ÷ 100 Hz = exactly 30 seconds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🔖  We save exactly WHERE in the window the P and S landed (e.g. P at sample 847)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⚠️   If S is more than 20 s after P, the S-wave falls outside the window — that's OK, we just mark it as absent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🔍  Quality Control — Kicking Out Bad Recordings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760720" cy="169164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760720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3560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F476F"/>
                </a:solidFill>
              </a:rPr>
              <a:t>NaN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2880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NaN means 'Not a Number' — basically a hole in the data.
Like a page in a book that's completely torn out. Rejected! ❌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760720" cy="169164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760720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3560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F476F"/>
                </a:solidFill>
              </a:rPr>
              <a:t>Flat Line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If one of the 3 sensor channels doesn't move at all,
the sensor was broken. We throw it out. 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46120"/>
            <a:ext cx="5760720" cy="169164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246120"/>
            <a:ext cx="5760720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3558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F476F"/>
                </a:solidFill>
              </a:rPr>
              <a:t>Too Many Zeros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749039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We check the region around the P-wave. If more than
20% of values are exactly zero, the data is fake/empty. 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246120"/>
            <a:ext cx="5760720" cy="169164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246120"/>
            <a:ext cx="57607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558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6D6A0"/>
                </a:solidFill>
              </a:rPr>
              <a:t>P Outside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39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Sometimes the P arrival time from the catalog says
'sample -9588' which doesn't exist! Skip those 4 traces. 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5166360"/>
            <a:ext cx="5989320" cy="1463040"/>
          </a:xfrm>
          <a:prstGeom prst="rect">
            <a:avLst/>
          </a:prstGeom>
          <a:solidFill>
            <a:srgbClr val="02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0" y="5166360"/>
            <a:ext cx="59893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52760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6D6A0"/>
                </a:solidFill>
              </a:rPr>
              <a:t>Passes All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66928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If the clip survives all the above, it gets saved.
31,992 out of 35,392 traces passed (90.4%). 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📡  Signal-to-Noise Ratio (SNR) — Is the Quake Loud Enough?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</a:rPr>
              <a:t>Imagine you're trying to hear your friend talk at a noisy party.
SNR measures: how loud is your friend vs. the background noise?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589520" cy="31089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7315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6D6A0"/>
                </a:solidFill>
              </a:rPr>
              <a:t>Before P (200 samples)          After P (200 samples)
= NOISE window                  = SIGNAL window
  ~~~~~~~~~~~~~~~~~~~~ | 💥 /\  /\  /\ /\ /\~~~~
  (gentle rumble)      P  (earthquake!)
SNR (dB) = 20 × log10( signal size / noise size 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91640"/>
            <a:ext cx="3931920" cy="31089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300"/>
                </a:solidFill>
              </a:rPr>
              <a:t>Why it matters: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210312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High SNR (e.g. +20 dB) → very clear earthquake signal 🎯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Low SNR (e.g. -5 dB)  → quake is buried in noise 😬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We save SNR for every trace — useful for filtering in Step 3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SNR is computed BEFORE normalisation on the raw waveform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D6E0"/>
                </a:solidFill>
              </a:rPr>
              <a:t>Normalisation: after SNR is computed, we set mean=0 and std=1 per channel
so the AI sees all waveforms on the same amplitude scale.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🎵  MLAAPDE — The Slow Tape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MLAAPDE (Alaska) was recorded at 40 Hz — meaning 40 snapshots per second.
All other datasets use 100 Hz. It's like comparing a slow-motion video to a normal one.
Before we can use it, we have to 'speed it up' to 100 Hz.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11612880" cy="228600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6D6A0"/>
                </a:solidFill>
              </a:rPr>
              <a:t>Original @ 40 Hz:   |●  ●  ●  ●  ●  ●  ●  ●|   (40 dots per second)
Resampled @ 100 Hz: |●●●●●●●●●●●●●●●●●●●●●●●|   (100 dots per second)
Method: scipy.signal.resample_poly — mathematically fills in the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4526279"/>
            <a:ext cx="113385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1,350 MLAAPDE traces in the manifest → 1,346 passed (100% essentially) ✅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After resampling the P/S sample positions are also rescaled:
  new_sample = round(old_sample × 100 / 40)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The 12 monthly shard files (waveforms_201401.hdf5 etc.) are
  identified from the 'source_month' column in the manifest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🗃  CEED — The Special Snowflake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CEED (California Earthquake Dataset) is huge — 4.1 million traces split across
65 yearly files (1987–2021). Its HDF5 layout is different from all other datasets.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5394960" cy="347472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539496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300"/>
                </a:solidFill>
              </a:rPr>
              <a:t>Other datasets (bucket format):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6D6A0"/>
                </a:solidFill>
              </a:rPr>
              <a:t>waveforms.hdf5
  └── data/
        └── bucket7/
              └── row 42  →  (3, 6000)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Trace name: 'bucket7$42,:3,:6000'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783080"/>
            <a:ext cx="5943600" cy="347472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783080"/>
            <a:ext cx="5943600" cy="6400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8288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76F"/>
                </a:solidFill>
              </a:rPr>
              <a:t>CEED (event/station hierarchy):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2860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6D6A0"/>
                </a:solidFill>
              </a:rPr>
              <a:t>waveformsnc1987.hdf5
  └── nc10085297/       ← event ID
        └── PG.AR..EH   ← station  →  (3, 12000)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16052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Trace name: 'nc10085297/PG.AR..EH'
(the '/' is part of the name!)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486400"/>
            <a:ext cx="1133855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The '/' in CEED trace names is stored as nested HDF5 groups — we use visititems() to find all traces (not just .keys())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5,435 CEED traces in manifest → 4,530 passed quality (83%)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💾  What We Produce — benchmark_waveforms.hdf5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CD6E0"/>
                </a:solidFill>
              </a:rPr>
              <a:t>One big file (1.3 GB) that looks like this inside: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12880" cy="3749039"/>
          </a:xfrm>
          <a:prstGeom prst="rect">
            <a:avLst/>
          </a:prstGeom>
          <a:solidFill>
            <a:srgbClr val="04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A0"/>
                </a:solidFill>
              </a:rPr>
              <a:t>benchmark_waveforms.hdf5
  ├── waveforms/
  │     ├── bucket0$42,:3,:6000  →  shape (3, 3000)  float32   ← the actual wave
  │     ├── nc10085297/PG.AR..EH →  shape (3, 3000)  float32   ← CEED trace
  │     └── ...  (31,992 total)
  ├── p_sample/
  │     └── &lt;same names&gt;  →  int16  e.g. 847    ← where P lands in the window
  ├── s_sample/
  │     └── &lt;same names&gt;  →  int16  e.g. 1403   ← where S lands (-1 if absent)
  └── snr_db/
        └── &lt;same names&gt;  →  float32  e.g. 14.2 ← signal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5257800"/>
            <a:ext cx="113385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📖  Also saved: benchmark_waveforms_index.csv  — one row per trace with status, skip reason, SNR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🔄  Append-safe: re-running skips already-written traces, adds new 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📊  Results — How Many Traces Made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</a:rPr>
              <a:t>Out of 35,392 traces in the manifest, 31,992 passed (90.4%)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6576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435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417320"/>
            <a:ext cx="13716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4356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417320"/>
            <a:ext cx="12801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4356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417320"/>
            <a:ext cx="8229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4356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5661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356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28800"/>
            <a:ext cx="11521440" cy="356616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59" y="1856231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1856231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9,360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856231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9,360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856231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856231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D6A0"/>
                </a:solidFill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203704"/>
            <a:ext cx="11521440" cy="356616"/>
          </a:xfrm>
          <a:prstGeom prst="rect">
            <a:avLst/>
          </a:prstGeom>
          <a:solidFill>
            <a:srgbClr val="05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" y="223113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txed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23113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2,261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223113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2,261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231136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23113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D6A0"/>
                </a:solidFill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78608"/>
            <a:ext cx="11521440" cy="356616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2606039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mlaapde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2606039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1,350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2606039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1,346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606039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06039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D6A0"/>
                </a:solidFill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53512"/>
            <a:ext cx="11521440" cy="356616"/>
          </a:xfrm>
          <a:prstGeom prst="rect">
            <a:avLst/>
          </a:prstGeom>
          <a:solidFill>
            <a:srgbClr val="05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298094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pisdl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298094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298094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2980944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98094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D6A0"/>
                </a:solidFill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328415"/>
            <a:ext cx="11521440" cy="356616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59" y="3355847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aq2009gm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3355847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1,346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3355847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1,321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355847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98%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3355847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D6A0"/>
                </a:solidFill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703320"/>
            <a:ext cx="11521440" cy="356616"/>
          </a:xfrm>
          <a:prstGeom prst="rect">
            <a:avLst/>
          </a:prstGeom>
          <a:solidFill>
            <a:srgbClr val="05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59" y="373075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cwa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373075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373075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195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373075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</a:rPr>
              <a:t>98%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373075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D6A0"/>
                </a:solidFill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078224"/>
            <a:ext cx="11521440" cy="356616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59" y="410565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ethz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410565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1,458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0" y="410565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1,365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4105656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94%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410565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453127"/>
            <a:ext cx="11521440" cy="356616"/>
          </a:xfrm>
          <a:prstGeom prst="rect">
            <a:avLst/>
          </a:prstGeom>
          <a:solidFill>
            <a:srgbClr val="05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59" y="4480559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ceed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60520" y="4480559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5,435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0" y="4480559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4,530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4480559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83%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4480559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828031"/>
            <a:ext cx="11521440" cy="356616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59" y="485546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instancecounts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60520" y="485546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9,776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0" y="485546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8,406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78040" y="4855464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86%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320" y="485546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202936"/>
            <a:ext cx="11521440" cy="356616"/>
          </a:xfrm>
          <a:prstGeom prst="rect">
            <a:avLst/>
          </a:prstGeom>
          <a:solidFill>
            <a:srgbClr val="05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59" y="523036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pnw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60520" y="523036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2,841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15000" y="523036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2,333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78040" y="5230368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82%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523036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577840"/>
            <a:ext cx="11521440" cy="356616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59" y="560527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vcseis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60520" y="560527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15000" y="560527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78040" y="5605272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76F"/>
                </a:solidFill>
              </a:rPr>
              <a:t>56%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75320" y="560527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76F"/>
                </a:solidFill>
              </a:rPr>
              <a:t>⚠️ only 56% — worth investigating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" y="5952744"/>
            <a:ext cx="11521440" cy="356616"/>
          </a:xfrm>
          <a:prstGeom prst="rect">
            <a:avLst/>
          </a:prstGeom>
          <a:solidFill>
            <a:srgbClr val="05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59" y="598017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obst2024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60520" y="598017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15000" y="598017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78040" y="5980176"/>
            <a:ext cx="822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76F"/>
                </a:solidFill>
              </a:rPr>
              <a:t>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75320" y="598017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F476F"/>
                </a:solidFill>
              </a:rPr>
              <a:t>⛔ not downloaded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⚠️  Why Did 3,400 Traces Get Skipped?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12880" cy="155448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73152" cy="15544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76F"/>
                </a:solidFill>
              </a:rPr>
              <a:t>2,996  — Quality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The waveform clip had flat channels, too many zeros around the P-wave, or NaN values.
These are genuinely bad recordings — the sensor was broken or the signal was clipped.
VCSEIS accounts for a large chunk of this (87 traces = 44% of its 200).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063240"/>
            <a:ext cx="11612880" cy="155448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063240"/>
            <a:ext cx="73152" cy="15544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300"/>
                </a:solidFill>
              </a:rPr>
              <a:t>400   — OBST2024 skipped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This dataset has no local HDF5 file yet — it was never downloaded to the server.
All 400 traces are simply marked as skipped. To fix: download the dataset.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754880"/>
            <a:ext cx="11612880" cy="155448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754880"/>
            <a:ext cx="73152" cy="155448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D6E0"/>
                </a:solidFill>
              </a:rPr>
              <a:t>4     — P arrival outside 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Four traces had P-arrival sample numbers like -9,588 or -38,145 — impossibly
negative positions. This is a metadata error in the original catalog. We skip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💡  The 56% VCSEIS pass rate may indicate amplitude-scaling or sensor issues specific to volcanic seismicity.
    Worth investigating before using VCSEIS traces in training.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0B4D8"/>
                </a:solidFill>
              </a:rPr>
              <a:t>🚫  Why We Stopped Using SeisBench API for Loading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SeisBench is a library that helps load seismic datasets. But when we called sbd.CEED(),
it would check for missing files and try to download them from the internet — even though
we already had everything locally! That caused errors like: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11612880" cy="1005840"/>
          </a:xfrm>
          <a:prstGeom prst="rect">
            <a:avLst/>
          </a:prstGeom>
          <a:solidFill>
            <a:srgbClr val="20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476F"/>
                </a:solidFill>
              </a:rPr>
              <a:t>ValueError: Found partial instance. This suggests that either the download is currently
in progress or a download failed. To redownload the file, call with force=True.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</a:rPr>
              <a:t>Our fix: bypass SeisBench completely and use h5py directly.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566160"/>
            <a:ext cx="11612880" cy="301752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3611879"/>
            <a:ext cx="11338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300"/>
                </a:solidFill>
              </a:rPr>
              <a:t>New approach: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977639"/>
            <a:ext cx="1133855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Step 1 — Read each dataset's metadata*.csv files ourselves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Step 2 — Build a lookup table:  trace_name → which HDF5 shard file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Step 3 — Open that HDF5 file with h5py and read the waveform</a:t>
            </a:r>
          </a:p>
          <a:p>
            <a:pPr>
              <a:spcBef>
                <a:spcPts val="400"/>
              </a:spcBef>
            </a:pPr>
            <a:r>
              <a:rPr sz="1900">
                <a:solidFill>
                  <a:srgbClr val="FFFFFF"/>
                </a:solidFill>
              </a:rPr>
              <a:t>Result  — No internet needed, no SeisBench file-checking, much faster!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🔗  How to Use This Data in Step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CD6E0"/>
                </a:solidFill>
              </a:rPr>
              <a:t>Anyone running Step 3 (PhaseNet fine-tuning) just needs these two files: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12880" cy="4114800"/>
          </a:xfrm>
          <a:prstGeom prst="rect">
            <a:avLst/>
          </a:prstGeom>
          <a:solidFill>
            <a:srgbClr val="04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A0"/>
                </a:solidFill>
              </a:rPr>
              <a:t>import h5py, pandas as pd
# Load the index and keep only successful traces
index = pd.read_csv('benchmark_waveforms_index.csv')
ok    = index[index['status'] == 'ok']          # 31,992 rows
# Select traces that have both P and S picks
ps_traces = ok[(ok['p_in_window'] &gt;= 0) &amp; (ok['s_in_window'] &gt;= 0)]
# Load a waveform
with h5py.File('benchmark_waveforms.hdf5', 'r') as hf:
    wave  = hf['waveforms']['my_trace_name'][:]       # shape (3, 3000)
    p_pos = int(hf['p_sample']['my_trace_name'][()])  # e.g. 847
    s_pos = int(hf['s_sample']['my_trace_name'][()])  # e.g. 1403, or -1
    snr   = float(hf['snr_db']['my_trace_name'][()])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5669279"/>
            <a:ext cx="11338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📌  p_in_window and s_in_window tell PhaseNet exactly where to expect the arrivals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🎛  Filter by snr_db to train only on high-quality data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📦  The waveforms are already normalised — feed them straight to 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✅  Summary — What This Notebook Accomplished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760720" cy="16276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7607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813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</a:rPr>
              <a:t>📥 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202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35,392 earthquake recordings from 11 active datasets
across the USA, Europe, Alaska, Taiwan, and Italy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760720" cy="16276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✂️   Cut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30-second windows centred randomly around the P-wave
(random jitter 300–2700 samples)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54680"/>
            <a:ext cx="5760720" cy="16276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54680"/>
            <a:ext cx="5760720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26440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300"/>
                </a:solidFill>
              </a:rPr>
              <a:t>🧹  Cleaned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7033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Rejected 2,996 broken/noisy traces via flat-line,
NaN, and zero-fraction quality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154680"/>
            <a:ext cx="5760720" cy="16276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154680"/>
            <a:ext cx="57607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6440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</a:rPr>
              <a:t>📐  Normalised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Zero-mean, unit-std per channel so all waveforms
live on the same scale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937760"/>
            <a:ext cx="5760720" cy="16276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93776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50474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💾  Saved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54864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31,992 clean waveforms + P/S positions + SNR into
benchmark_waveforms.hdf5 (1.3 GB)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937760"/>
            <a:ext cx="5760720" cy="1627632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937760"/>
            <a:ext cx="5760720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4748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300"/>
                </a:solidFill>
              </a:rPr>
              <a:t>📋  Indexed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864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benchmark_waveforms_index.csv — one row per trace
with status and skip reason for full traceability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7395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</a:rPr>
              <a:t>⚡  Data is ready for PhaseNet fine-tuning!  One caveat: investigate VCSEIS (56% pass rate) before including in training.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🚀  What Comes Next?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12880" cy="114300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45720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Step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Run PhaseNet on the benchmark waveforms and measure how well it can find P and S arrivals.
This tells us how good the current model is BEFORE retraining.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11612880" cy="114300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457200" cy="1143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9260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C300"/>
                </a:solidFill>
              </a:rPr>
              <a:t>Investigate VCSEIS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Only 56% of VCSEIS traces passed. Look at the raw waveforms — are they clipped,
scaled differently, or just genuinely noisy volcanic recordings?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11612880" cy="114300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457200" cy="1143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206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6D6A0"/>
                </a:solidFill>
              </a:rPr>
              <a:t>Download OBST2024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348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400 traces are waiting. Once the dataset is downloaded locally, just re-run
the notebook — the append mode will pick them up automatically.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79"/>
            <a:ext cx="11612880" cy="114300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212079"/>
            <a:ext cx="457200" cy="11430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48639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5779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F476F"/>
                </a:solidFill>
              </a:rPr>
              <a:t>Retrain PhaseNet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4999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Use the clean benchmark data to fine-tune PhaseNet on exotic event types
(teleseismic, deep, volcanic) that the original model hasn't seen much of.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4652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300"/>
                </a:solidFill>
              </a:rPr>
              <a:t>Thank you! 🌍🎉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CD6E0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