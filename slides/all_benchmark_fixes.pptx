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Notebook — Summary of All Fixes Applied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788920" cy="1353312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41248"/>
            <a:ext cx="54864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4872" y="91440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9235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✗→✓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9144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Weighting Removed from Benchmark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10^(−bM) sampling was applied during evaluation, masking failures on M&gt;6 events. Replaced with uniform per-bin sampling.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841248"/>
            <a:ext cx="2788920" cy="1353312"/>
          </a:xfrm>
          <a:prstGeom prst="rect">
            <a:avLst/>
          </a:prstGeom>
          <a:solidFill>
            <a:srgbClr val="EAF4FB"/>
          </a:solidFill>
          <a:ln w="10160">
            <a:solidFill>
              <a:srgbClr val="1A6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841248"/>
            <a:ext cx="54864" cy="1353312"/>
          </a:xfrm>
          <a:prstGeom prst="rect">
            <a:avLst/>
          </a:prstGeom>
          <a:solidFill>
            <a:srgbClr val="1A6FA6"/>
          </a:solidFill>
          <a:ln w="12700">
            <a:solidFill>
              <a:srgbClr val="1A6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91440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1A6FA6"/>
          </a:solidFill>
          <a:ln w="12700">
            <a:solidFill>
              <a:srgbClr val="1A6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9235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28416" y="9144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28416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Phase-Centred Evaluation Strategy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8416" y="13898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30 s window made 1,233 traces with Ts-Tp &gt; 20 s unevaluable for S. Replaced with independent P-centred and S-centred passes.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841248"/>
            <a:ext cx="2788920" cy="1353312"/>
          </a:xfrm>
          <a:prstGeom prst="rect">
            <a:avLst/>
          </a:prstGeom>
          <a:solidFill>
            <a:srgbClr val="FEF9E7"/>
          </a:solidFill>
          <a:ln w="10160">
            <a:solidFill>
              <a:srgbClr val="D484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841248"/>
            <a:ext cx="54864" cy="1353312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3608" y="91440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9235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-9999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72784" y="9144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72784" y="1097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AQ2009GM Sentinel Value (−9999)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72784" y="13898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treated −9999 as a valid number, producing median Ts-Tp = −131.2 s. Sentinel replaced with NaN at load time → 3.3 s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340864"/>
            <a:ext cx="2788920" cy="1353312"/>
          </a:xfrm>
          <a:prstGeom prst="rect">
            <a:avLst/>
          </a:prstGeom>
          <a:solidFill>
            <a:srgbClr val="F3EFFE"/>
          </a:solidFill>
          <a:ln w="10160">
            <a:solidFill>
              <a:srgbClr val="6C3C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340864"/>
            <a:ext cx="54864" cy="1353312"/>
          </a:xfrm>
          <a:prstGeom prst="rect">
            <a:avLst/>
          </a:prstGeom>
          <a:solidFill>
            <a:srgbClr val="6C3CB1"/>
          </a:solidFill>
          <a:ln w="12700">
            <a:solidFill>
              <a:srgbClr val="6C3C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4872" y="241401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6C3CB1"/>
          </a:solidFill>
          <a:ln w="12700">
            <a:solidFill>
              <a:srgbClr val="6C3C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86584" y="2423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48→207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2414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C3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25968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ETHZ 3-Bug Chain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288950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column name + fallbacks not loaded + filter before fill → only 48 traces. All three root causes fixed → 207 traces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340864"/>
            <a:ext cx="2788920" cy="1353312"/>
          </a:xfrm>
          <a:prstGeom prst="rect">
            <a:avLst/>
          </a:prstGeom>
          <a:solidFill>
            <a:srgbClr val="E8FAF7"/>
          </a:solidFill>
          <a:ln w="10160">
            <a:solidFill>
              <a:srgbClr val="0D7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340864"/>
            <a:ext cx="54864" cy="1353312"/>
          </a:xfrm>
          <a:prstGeom prst="rect">
            <a:avLst/>
          </a:prstGeom>
          <a:solidFill>
            <a:srgbClr val="0D7A66"/>
          </a:solidFill>
          <a:ln w="12700">
            <a:solidFill>
              <a:srgbClr val="0D7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9240" y="241401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D7A66"/>
          </a:solidFill>
          <a:ln w="12700">
            <a:solidFill>
              <a:srgbClr val="0D7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0952" y="2423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28416" y="2414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28416" y="25968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MLAAPDE Dead Code + Docs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28416" y="288950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weight w computed but never passed to .sample(). Design table still documented GR weighting. Both removed/corrected.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44768" y="2340864"/>
            <a:ext cx="2788920" cy="1353312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4768" y="2340864"/>
            <a:ext cx="54864" cy="13533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3608" y="2414016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2423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72784" y="2414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72784" y="25968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VCSEIS Sharding Not Handled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72784" y="288950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process_flat_dataset hardcoded metadata.csv — VCSEIS has only named shards. Now uses get_meta_files() → all shards loaded.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bugs fixed across data integrity, evaluation design, documentation, and sharding.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detailed on the following slides.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— GR Weighting Removed from Benchmark Sampling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069080" cy="3291840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41248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2354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170432"/>
            <a:ext cx="384962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10^(−bM) weights applied during benchmark sampling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M1 trace was 10,000× more likely to be sampled than an M5 trace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M&gt;6 events nearly absent from final benchmark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model failures on large earthquakes invisible in aggregate metrics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said 'G-R weighted' but w was also unused for MLAAPDE — dead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24528" cy="3291840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41248"/>
            <a:ext cx="54864" cy="3291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9235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9744" y="1170432"/>
            <a:ext cx="400507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gr_weight = 1.0 removed from all dataset loops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weights= argument removed from all .sample() calls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table updated: now correctly documents uniform per-bin sampling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MLAAPDE dead w computation removed; comment corrected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magnitude bin now contributes equally — M&gt;6 failures are visible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4224528"/>
            <a:ext cx="86319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61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(GR-weighted):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224528"/>
            <a:ext cx="292608" cy="25603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91840" y="4453810"/>
            <a:ext cx="292608" cy="2675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0" y="4476739"/>
            <a:ext cx="292608" cy="3821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0" y="42611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(uniform):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4337259"/>
            <a:ext cx="292608" cy="143301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15200" y="4337259"/>
            <a:ext cx="292608" cy="143301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138160" y="4337259"/>
            <a:ext cx="292608" cy="143301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1879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45059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M&lt;3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7395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M&lt;3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7355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9691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9651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M&gt;6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11987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M&gt;6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D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weighting corrects data imbalance during model training — applying it during benchmarking creates a reporting blindspot on the events most critical to test.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— Phase-Centred Evaluation: Independent P and S Windows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069080" cy="2176272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41248"/>
            <a:ext cx="54864" cy="21762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2354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170432"/>
            <a:ext cx="3849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30 s window assumed P and S captured together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1,233 traces had Ts-Tp &gt; 20 s — S outside PhaseNet window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benchmark with has_s_pick=True but were unevaluable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would produce wrong residuals or crash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24528" cy="2176272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41248"/>
            <a:ext cx="54864" cy="21762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9235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9744" y="1170432"/>
            <a:ext cx="4005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forward passes per trace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evaluate_s = True for any trace with a valid S pick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p_in_s_window flag: P visible if Ts-Tp ≤ 15 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can measure whether P context helps S-picking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127248"/>
            <a:ext cx="863193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163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one joint window: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24912" y="3163824"/>
            <a:ext cx="3657600" cy="237744"/>
          </a:xfrm>
          <a:prstGeom prst="rect">
            <a:avLst/>
          </a:prstGeom>
          <a:solidFill>
            <a:srgbClr val="FAD7D5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31638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◀──────── 30 s ────────▶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3145536"/>
            <a:ext cx="36576" cy="274320"/>
          </a:xfrm>
          <a:prstGeom prst="rect">
            <a:avLst/>
          </a:prstGeom>
          <a:solidFill>
            <a:srgbClr val="1A6FA6"/>
          </a:solidFill>
          <a:ln w="12700">
            <a:solidFill>
              <a:srgbClr val="1A6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309067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91072" y="3145536"/>
            <a:ext cx="3657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09067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S?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24912" y="3419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falls outside 30 s window → wrong residual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3192" y="3639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P-centred pass: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24912" y="3639312"/>
            <a:ext cx="3657600" cy="201168"/>
          </a:xfrm>
          <a:prstGeom prst="rect">
            <a:avLst/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5424" y="3621024"/>
            <a:ext cx="36576" cy="237744"/>
          </a:xfrm>
          <a:prstGeom prst="rect">
            <a:avLst/>
          </a:prstGeom>
          <a:solidFill>
            <a:srgbClr val="1A6FA6"/>
          </a:solidFill>
          <a:ln w="12700">
            <a:solidFill>
              <a:srgbClr val="1A6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566160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24912" y="3639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 30 s ──▶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3192" y="39136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S-centred pass: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24912" y="3913632"/>
            <a:ext cx="3657600" cy="201168"/>
          </a:xfrm>
          <a:prstGeom prst="rect">
            <a:avLst/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3895344"/>
            <a:ext cx="36576" cy="237744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840480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24912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 30 s ──▶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00800" y="3145536"/>
            <a:ext cx="987552" cy="621792"/>
          </a:xfrm>
          <a:prstGeom prst="rect">
            <a:avLst/>
          </a:prstGeom>
          <a:solidFill>
            <a:srgbClr val="EAF4FB"/>
          </a:solidFill>
          <a:ln w="8890">
            <a:solidFill>
              <a:srgbClr val="1A6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1638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349300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P-centred passes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0" y="3145536"/>
            <a:ext cx="987552" cy="621792"/>
          </a:xfrm>
          <a:prstGeom prst="rect">
            <a:avLst/>
          </a:prstGeom>
          <a:solidFill>
            <a:srgbClr val="FEF9E7"/>
          </a:solidFill>
          <a:ln w="8890">
            <a:solidFill>
              <a:srgbClr val="D484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16382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349300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S-centred passes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82512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p_in_s_window: 1,533 P visible / 3,225 P absent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D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benchmark finding: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p_in_s_window enables measuring whether PhaseNet needs P context to pick S accurately — no previous benchmark has reported this.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— AQ2009GM Sentinel Value (−9999) Corrupting S Arrivals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160520" cy="3246120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41248"/>
            <a:ext cx="54864" cy="3246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2354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170432"/>
            <a:ext cx="394106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AQ2009GM uses −9999 to mark missing S picks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pandas.read_csv treats −9999 as a valid integer — not NaN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ts_tp_s = (−9999 − p_sample) / sr → large negative number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Ts-Tp for AQ2009GM = −131.2 s — physically impossible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evaluate_s flagged True for these traces (s_arrival_sample was not NaN)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produce catastrophically wrong S residuals in Step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133088" cy="3246120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41248"/>
            <a:ext cx="54864" cy="3246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923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01184" y="1170432"/>
            <a:ext cx="391363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 sentinel: -9999  to AQ2009GM config dict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shard loads, sentinel replaced with np.nan before any computation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evaluate_s now correctly False for traces with no real S pick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median Ts-Tp for AQ2009GM: 3.3 s — correct for dense local aftershock sequence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generalises: any future dataset with non-NaN missing codes uses same sentinel key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4187952"/>
            <a:ext cx="8631936" cy="384048"/>
          </a:xfrm>
          <a:prstGeom prst="rect">
            <a:avLst/>
          </a:prstGeom>
          <a:solidFill>
            <a:srgbClr val="1E25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2062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cfg.get(</a:t>
            </a:r>
            <a:pPr indent="0" marL="0">
              <a:buNone/>
            </a:pPr>
            <a:r>
              <a:rPr lang="en-US" sz="95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'sentinel'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None)  →  raw[s_col] = raw[s_col].replace(sentinel, np.nan)  </a:t>
            </a:r>
            <a:pPr indent="0" marL="0">
              <a:buNone/>
            </a:pPr>
            <a:r>
              <a:rPr lang="en-US" sz="950" b="1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−131.2 s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950" b="1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+3.3 s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D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values are a silent data integrity trap — −9999 passes notna() checks and contaminates every downstream metric. Dataset-level sentinel config catches this at load time.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 — ETHZ Column Mismatch: 3-Bug Chain  →  48 → 207 Traces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852928" cy="877824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22960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9611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1 — wrong column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0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used trace_P_arrival_sample but 97.4% of ETHZ P picks are in trace_P1_arrival_sample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55064" y="1719072"/>
            <a:ext cx="54864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17739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2852928" cy="877824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847088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202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2 — fallback columns not loaded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139696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0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cols (Pg, Pn, Sg, Sn) not added to usecols → never read from disk → fillna() silently did nothing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55064" y="2743200"/>
            <a:ext cx="54864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2798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871216"/>
            <a:ext cx="2852928" cy="877824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871216"/>
            <a:ext cx="54864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4436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3 — filter ran before fallback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163824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D0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load_and_filter required P notna() upfront, dropping 97.4% of rows before fallback could fill them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822960"/>
            <a:ext cx="5449824" cy="877824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822960"/>
            <a:ext cx="54864" cy="87782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896112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— correct primary column + declare fallbacks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9584" y="1115568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'trace_P1_arrival_sample', s: 'trace_S1_arrival_sample'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p_fallbacks: [Pg, Pn]   s_fallbacks: [Sg, Sn]  (Münchmeyer et al.: all sub-types collapsed to P/S)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99048" y="1719072"/>
            <a:ext cx="54864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7739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1847088"/>
            <a:ext cx="5449824" cy="877824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1847088"/>
            <a:ext cx="54864" cy="87782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1920240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— add fallback columns to usecols before loading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9584" y="2139696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fb in p_fallbacks + s_fallbacks: usecols.append(fb)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columns now actually read from disk and available for fillna()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9048" y="2743200"/>
            <a:ext cx="54864" cy="914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798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1568" y="2871216"/>
            <a:ext cx="5449824" cy="877824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2871216"/>
            <a:ext cx="54864" cy="87782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2944368"/>
            <a:ext cx="5266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— skip upfront filter when fallbacks exist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29584" y="3163824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require_p = require_s = not has_fallbacks → rows load → fallback fills → post-fill filter keeps P+S rows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3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48 → 207 ETHZ traces  ·  median Ts-Tp 5.6 s  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840480"/>
            <a:ext cx="8631936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8953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ETHZ P columns: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041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trace_P1_arrival_sample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20624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bulk of picks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42032" y="4041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trace_Pg_arrival_sample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42032" y="420624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 (direct crustal)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18304" y="4041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trace_Pn_arrival_sample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18304" y="420624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 (head wave)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94576" y="40416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trace_P_arrival_sample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94576" y="420624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— mostly empty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D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bugs formed a silent chain — each individually looked innocuous, but together they produced only 48 traces from a dataset that should contribute several hundred.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5 &amp; 6 — MLAAPDE Dead Code / Docs  +  VCSEIS Sharding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6634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Physics-Stratified Seismic Phase Picker Benchmark  ·  Akash Kharita, UW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31936" cy="219456"/>
          </a:xfrm>
          <a:prstGeom prst="rect">
            <a:avLst/>
          </a:prstGeom>
          <a:solidFill>
            <a:srgbClr val="E8FAF7"/>
          </a:solidFill>
          <a:ln w="10160">
            <a:solidFill>
              <a:srgbClr val="0D7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321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5 — MLAAPDE: Dead code removed, documentation corrected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60520" cy="1463040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54864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6128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408176"/>
            <a:ext cx="39410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mlaapde_traces['gr_weight'].values computed and normalised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never passed to .sample() — silently discarded, sampling was already uniform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1.5 design table still documented 'G-R weighted within-bin sampling'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documentation described different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78992"/>
            <a:ext cx="4224528" cy="1463040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78992"/>
            <a:ext cx="54864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1612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408176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w computation removed entirely from MLAAPDE sampling block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gr_weight = 1.0 removed from MLAAPDE monthly loop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table updated: 'Uniform within-bin sampling — explicit magnitude bins make GR weighting unnecessary'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651760"/>
            <a:ext cx="8631936" cy="219456"/>
          </a:xfrm>
          <a:prstGeom prst="rect">
            <a:avLst/>
          </a:prstGeom>
          <a:solidFill>
            <a:srgbClr val="F3EFFE"/>
          </a:solidFill>
          <a:ln w="10160">
            <a:solidFill>
              <a:srgbClr val="6C3C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609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6 — VCSEIS: process_flat_dataset now handles sharded metadata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4160520" cy="1444752"/>
          </a:xfrm>
          <a:prstGeom prst="rect">
            <a:avLst/>
          </a:prstGeom>
          <a:solidFill>
            <a:srgbClr val="FEF0E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907792"/>
            <a:ext cx="54864" cy="1444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99008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" y="3236976"/>
            <a:ext cx="3941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process_flat_dataset hardcoded CACHE/ds_name/metadata.csv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VCSEIS has no metadata.csv — only named shards: metadata_ak_lp.csv, metadata_cascade_vt.csv, etc.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silently returned None → 0 VCSEIS traces in benchmark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07792"/>
            <a:ext cx="4224528" cy="1444752"/>
          </a:xfrm>
          <a:prstGeom prst="rect">
            <a:avLst/>
          </a:prstGeom>
          <a:solidFill>
            <a:srgbClr val="EDFAF1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907792"/>
            <a:ext cx="54864" cy="14447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9900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9744" y="3236976"/>
            <a:ext cx="4005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process_flat_dataset now calls get_meta_files(ds_name)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all shards and concatenates before building output DataFrame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FULL_DATASETS loop — all sharding patterns handled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VCSEIS volcanic traces now correctly included in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425696"/>
            <a:ext cx="8631936" cy="237744"/>
          </a:xfrm>
          <a:prstGeom prst="rect">
            <a:avLst/>
          </a:prstGeom>
          <a:solidFill>
            <a:srgbClr val="1E25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439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OLD: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meta_path = CACHE/ds_name/'metadata.csv'  →  SKIP vcseis: no metadata found   </a:t>
            </a:r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NEW: </a:t>
            </a:r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meta_files = get_meta_files(ds_name)  →  all shards loaded 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700016"/>
            <a:ext cx="9144000" cy="44805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709160"/>
            <a:ext cx="8558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fixes are small but impactful: Fix 5 eliminates misleading documentation; Fix 6 recovers an entire dataset class (volcanic) from silent exclusion.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Notebook — All Fixes</dc:title>
  <dc:subject>PptxGenJS Presentation</dc:subject>
  <dc:creator>Akash Kharita</dc:creator>
  <cp:lastModifiedBy>Akash Kharita</cp:lastModifiedBy>
  <cp:revision>1</cp:revision>
  <dcterms:created xsi:type="dcterms:W3CDTF">2026-05-28T18:47:06Z</dcterms:created>
  <dcterms:modified xsi:type="dcterms:W3CDTF">2026-05-28T18:47:06Z</dcterms:modified>
</cp:coreProperties>
</file>